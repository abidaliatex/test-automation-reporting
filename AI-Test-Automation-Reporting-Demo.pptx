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AI-Powered Test Automation Reporting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CFDAE8"/>
                </a:solidFill>
                <a:latin typeface="Calibri"/>
              </a:rPr>
              <a:t>Turning Jenkins build failures into actionable insight — with GitHub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Prepared by: Abid Ali   |   Team: QA Automation   |   Demo for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5A623"/>
                </a:solidFill>
                <a:latin typeface="Calibri"/>
              </a:rPr>
              <a:t>Repository: abidaliatex/test-automation-reporting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What we'll cover in the next few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The Problem — why triaging Jenkins failures was painful</a:t>
            </a:r>
          </a:p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The Solution — a Copilot-driven reporting repository</a:t>
            </a:r>
          </a:p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Architecture — how Jenkins, GitHub, and Copilot connect</a:t>
            </a:r>
          </a:p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What I Built — reports, investigations, dashboards</a:t>
            </a:r>
          </a:p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Live Examples — real build failures analysed by AI</a:t>
            </a:r>
          </a:p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Benefits &amp; Metrics — time saved, quality gained</a:t>
            </a:r>
          </a:p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Roadmap — where we go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Manual triage of automation failures does not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Dozens of Jenkins builds per week across multiple jobs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Every red/unstable build required manual log reading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Root cause hidden in hundreds of lines of stack traces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QA engineers spent hours repeating the same triage steps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No central history of failures → same issues re-investigated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Managers lacked a clear view of trends and hot-spots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463040"/>
            <a:ext cx="4846320" cy="43891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6560" y="1463040"/>
            <a:ext cx="484632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508760"/>
            <a:ext cx="46634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Before AI Assistance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1031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~30–45 min per failed build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Knowledge lived in engineers' heads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Inconsistent report formats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Reactive, not proactive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A Copilot-assisted reporting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555C66"/>
                </a:solidFill>
                <a:latin typeface="Calibri"/>
              </a:rPr>
              <a:t>One GitHub repo that captures every failure, explains it, and tracks it over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3657600" cy="34747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3657600" cy="45720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36576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1F6FB5"/>
                </a:solidFill>
                <a:latin typeface="Calibri"/>
              </a:rPr>
              <a:t>Automated</a:t>
            </a:r>
          </a:p>
          <a:p>
            <a:pPr algn="ctr"/>
            <a:r>
              <a:rPr sz="2200" b="1">
                <a:solidFill>
                  <a:srgbClr val="1F6FB5"/>
                </a:solidFill>
                <a:latin typeface="Calibri"/>
              </a:rPr>
              <a:t>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10896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0B2A4A"/>
                </a:solidFill>
                <a:latin typeface="Calibri"/>
              </a:rPr>
              <a:t>Every Jenkins failure creates a structured Markdown report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03120"/>
            <a:ext cx="3657600" cy="34747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103120"/>
            <a:ext cx="3657600" cy="457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697480"/>
            <a:ext cx="36576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5A623"/>
                </a:solidFill>
                <a:latin typeface="Calibri"/>
              </a:rPr>
              <a:t>AI</a:t>
            </a:r>
          </a:p>
          <a:p>
            <a:pPr algn="ctr"/>
            <a:r>
              <a:rPr sz="2200" b="1">
                <a:solidFill>
                  <a:srgbClr val="F5A623"/>
                </a:solidFill>
                <a:latin typeface="Calibri"/>
              </a:rPr>
              <a:t>Investigations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931920"/>
            <a:ext cx="310896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0B2A4A"/>
                </a:solidFill>
                <a:latin typeface="Calibri"/>
              </a:rPr>
              <a:t>Copilot writes root-cause analysis with recommended fixes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103120"/>
            <a:ext cx="3657600" cy="34747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103120"/>
            <a:ext cx="3657600" cy="457200"/>
          </a:xfrm>
          <a:prstGeom prst="rect">
            <a:avLst/>
          </a:prstGeom>
          <a:solidFill>
            <a:srgbClr val="2EA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697480"/>
            <a:ext cx="36576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2EA04F"/>
                </a:solidFill>
                <a:latin typeface="Calibri"/>
              </a:rPr>
              <a:t>Weekly</a:t>
            </a:r>
          </a:p>
          <a:p>
            <a:pPr algn="ctr"/>
            <a:r>
              <a:rPr sz="2200" b="1">
                <a:solidFill>
                  <a:srgbClr val="2EA04F"/>
                </a:solidFill>
                <a:latin typeface="Calibri"/>
              </a:rPr>
              <a:t>Dashboards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931920"/>
            <a:ext cx="310896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0B2A4A"/>
                </a:solidFill>
                <a:latin typeface="Calibri"/>
              </a:rPr>
              <a:t>Recurring patterns and hot-spots surfaced automatically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Jenkins → GitHub → Copilot → Reports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867" y="2377440"/>
            <a:ext cx="1965960" cy="137160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867" y="25146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Jenkins 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867" y="3017520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Runs automation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jobs &amp; tests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5115" y="2880360"/>
            <a:ext cx="283464" cy="36576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26867" y="2377440"/>
            <a:ext cx="1965960" cy="13716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6867" y="25146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Jenkins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6867" y="3017520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Exposes build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data to Copilot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11115" y="2880360"/>
            <a:ext cx="283464" cy="36576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12867" y="2377440"/>
            <a:ext cx="1965960" cy="13716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12867" y="25146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GitHub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2867" y="3017520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Reads failures,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writes analysis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97115" y="2880360"/>
            <a:ext cx="283464" cy="36576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98867" y="2377440"/>
            <a:ext cx="1965960" cy="1371600"/>
          </a:xfrm>
          <a:prstGeom prst="rect">
            <a:avLst/>
          </a:prstGeom>
          <a:solidFill>
            <a:srgbClr val="2EA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98867" y="25146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This 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98867" y="3017520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Reports +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investigations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83115" y="2880360"/>
            <a:ext cx="283464" cy="36576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84867" y="2377440"/>
            <a:ext cx="1965960" cy="137160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84867" y="25146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Managers &amp;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Engineers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4867" y="3017520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Consume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dashboards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A4A"/>
                </a:solidFill>
                <a:latin typeface="Calibri"/>
              </a:rPr>
              <a:t>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A Jenkins build fails or turns unstable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Copilot fetches the build data via the Jenkins MCP server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A build-failure report is generated under reports/build-failures/{job}/build-&lt;id&gt;.md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Copilot produces a root-cause analysis under investigations/copilot-findings/{job}/build-&lt;id&gt;-analysis.md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Weekly job aggregates all failures into a dashboard for management review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What I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A clean, opinionated repository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5943600" cy="4846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A4A"/>
                </a:solidFill>
                <a:latin typeface="Consolas"/>
              </a:rPr>
              <a:t>test-automation-reporting/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├── README.md              overview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├── AGENTS.md              Copilot behaviour rules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├── prompts/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│     └── jenkins-qa-triage.md   strict AI triage prompt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├── .github/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│     ├── copilot-instructions.md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│     ├── prompts/               reusable prompts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│     └── workflows/             automation workflows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├── reports/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│     └── build-failures/{job}/build-&lt;id&gt;.md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├── investigations/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│     └── copilot-findings/{job}/build-&lt;id&gt;-analysis.md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└── dashboards/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      └── weekly-summary.md      trend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B2A4A"/>
                </a:solidFill>
                <a:latin typeface="Calibri"/>
              </a:rPr>
              <a:t>Design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92024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One report per build — never overwritten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Job name is part of the folder path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AGENTS.md enforces consistent AI behaviour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Strict triage prompt keeps output focused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Everything is Markdown → diff-friendly &amp; searchable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Automation workflows keep the repo tidy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AI in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Real build → real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6FB5"/>
                </a:solidFill>
                <a:latin typeface="Calibri"/>
              </a:rPr>
              <a:t>Build Failure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5486400" cy="43891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A4A"/>
                </a:solidFill>
                <a:latin typeface="Consolas"/>
              </a:rPr>
              <a:t>Build ID: 401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Job: automationrunCAI-RIALTO-B2A-trunk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Status: UNSTABLE   |   Pass Rate: 88.2%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Failing Tests: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• tc_getRialtoB2A05 — StoreStatus payload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  expected [276757.2] found [369009.6]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• tc_postRialtoB2A03 — self-service pricing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  expected [89392.58] found [44696.29]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Failed Since: Build 231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Copilot Root-Cause Analysis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737360"/>
            <a:ext cx="5120640" cy="43891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874519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0B2A4A"/>
                </a:solidFill>
                <a:latin typeface="Calibri"/>
              </a:rPr>
              <a:t>•  Two scenarios failing since build #231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2A4A"/>
                </a:solidFill>
                <a:latin typeface="Calibri"/>
              </a:rPr>
              <a:t>•  Both point to price / quantity doubling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2A4A"/>
                </a:solidFill>
                <a:latin typeface="Calibri"/>
              </a:rPr>
              <a:t>•  Likely upstream API returning different currency or VAT mode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2A4A"/>
                </a:solidFill>
                <a:latin typeface="Calibri"/>
              </a:rPr>
              <a:t>•  Recommend: verify pricing service config after v87 → v88 migration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2A4A"/>
                </a:solidFill>
                <a:latin typeface="Calibri"/>
              </a:rPr>
              <a:t>•  Prevention: add contract test for /cass pricing endpoint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By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What the repo already contains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2743200" cy="17373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2743200" cy="109728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20"/>
            <a:ext cx="27432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1F6FB5"/>
                </a:solidFill>
                <a:latin typeface="Calibri"/>
              </a:rPr>
              <a:t>150+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555C66"/>
                </a:solidFill>
                <a:latin typeface="Calibri"/>
              </a:rPr>
              <a:t>AI-generated investigations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1554480"/>
            <a:ext cx="2743200" cy="17373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1554480"/>
            <a:ext cx="2743200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874520"/>
            <a:ext cx="27432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F5A623"/>
                </a:solidFill>
                <a:latin typeface="Calibri"/>
              </a:rPr>
              <a:t>20+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69748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555C66"/>
                </a:solidFill>
                <a:latin typeface="Calibri"/>
              </a:rPr>
              <a:t>Failed builds documented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1554480"/>
            <a:ext cx="2743200" cy="17373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1554480"/>
            <a:ext cx="2743200" cy="109728"/>
          </a:xfrm>
          <a:prstGeom prst="rect">
            <a:avLst/>
          </a:prstGeom>
          <a:solidFill>
            <a:srgbClr val="2EA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874520"/>
            <a:ext cx="27432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2EA04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555C66"/>
                </a:solidFill>
                <a:latin typeface="Calibri"/>
              </a:rPr>
              <a:t>Jenkins jobs onboarded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64040" y="1554480"/>
            <a:ext cx="2743200" cy="17373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64040" y="1554480"/>
            <a:ext cx="2743200" cy="109728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0" y="1874520"/>
            <a:ext cx="27432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0B2A4A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269748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555C66"/>
                </a:solidFill>
                <a:latin typeface="Calibri"/>
              </a:rPr>
              <a:t>Central source of truth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B2A4A"/>
                </a:solidFill>
                <a:latin typeface="Calibri"/>
              </a:rPr>
              <a:t>Time &amp; Quality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14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Triage time per failure:  ~40 min  →  ~5 min   (≈ 85% faster)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Consistent report format across every build — no more free-text emails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Historical searchable trail — same failure never investigated twice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Weekly dashboards make recurring root causes visible to leadership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Why AI (Copilot)?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The right tool for the right job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6FB5"/>
                </a:solidFill>
                <a:latin typeface="Calibri"/>
              </a:rPr>
              <a:t>What Copilot does well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Reads long, noisy Jenkins logs quickly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Groups failures by likely root cause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Correlates errors with recent commits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Writes clean, consistent Markdown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Follows strict prompts (AGENTS.md + triage prompt)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Improves as we refine the 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5A623"/>
                </a:solidFill>
                <a:latin typeface="Calibri"/>
              </a:rPr>
              <a:t>What humans still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Final validation of the fix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Deciding priority and ownership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Talking to dev teams and product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Reviewing the AI output for accuracy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Continuously improving the prompts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Business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Why this matters beyond 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>
                <a:solidFill>
                  <a:srgbClr val="0B2A4A"/>
                </a:solidFill>
                <a:latin typeface="Calibri"/>
              </a:rPr>
              <a:t>•  Faster feedback loop — devs learn about regressions in minutes, not days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0B2A4A"/>
                </a:solidFill>
                <a:latin typeface="Calibri"/>
              </a:rPr>
              <a:t>•  Lower cost of quality — engineers spend time fixing, not searching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0B2A4A"/>
                </a:solidFill>
                <a:latin typeface="Calibri"/>
              </a:rPr>
              <a:t>•  Transparency — every failure has a traceable report and analysis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0B2A4A"/>
                </a:solidFill>
                <a:latin typeface="Calibri"/>
              </a:rPr>
              <a:t>•  Better decisions — dashboards show where to invest QA effort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0B2A4A"/>
                </a:solidFill>
                <a:latin typeface="Calibri"/>
              </a:rPr>
              <a:t>•  Knowledge retention — nothing is lost when team members change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0B2A4A"/>
                </a:solidFill>
                <a:latin typeface="Calibri"/>
              </a:rPr>
              <a:t>•  Scalable — adding a new Jenkins job means one folder, no new process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0B2A4A"/>
                </a:solidFill>
                <a:latin typeface="Calibri"/>
              </a:rPr>
              <a:t>•  Foundation for further automation — auto-Jira, auto-Slack, auto-triage bots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828800" cy="1005840"/>
          </a:xfrm>
          <a:prstGeom prst="rect">
            <a:avLst/>
          </a:prstGeom>
          <a:solidFill>
            <a:srgbClr val="2EA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21408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Now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1828800"/>
            <a:ext cx="8961120" cy="100584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2121408"/>
            <a:ext cx="8686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0B2A4A"/>
                </a:solidFill>
                <a:latin typeface="Calibri"/>
              </a:rPr>
              <a:t>Repo live, 2 jobs onboarded, weekly dashboard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63240"/>
            <a:ext cx="1828800" cy="100584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55848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3063240"/>
            <a:ext cx="8961120" cy="100584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3355848"/>
            <a:ext cx="8686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0B2A4A"/>
                </a:solidFill>
                <a:latin typeface="Calibri"/>
              </a:rPr>
              <a:t>Onboard remaining Jenkins jobs, auto-open Jira tickets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828800" cy="10058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90288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Later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4297680"/>
            <a:ext cx="8961120" cy="100584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4590288"/>
            <a:ext cx="8686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0B2A4A"/>
                </a:solidFill>
                <a:latin typeface="Calibri"/>
              </a:rPr>
              <a:t>Slack/Teams notifications with AI summary per failure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532120"/>
            <a:ext cx="1828800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824728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0" y="5532120"/>
            <a:ext cx="8961120" cy="100584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0" y="5824728"/>
            <a:ext cx="8686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0B2A4A"/>
                </a:solidFill>
                <a:latin typeface="Calibri"/>
              </a:rPr>
              <a:t>Predictive analytics — flag flaky tests before they break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4048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CFDAE8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Abid Ali   |   QA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09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5A623"/>
                </a:solidFill>
                <a:latin typeface="Calibri"/>
              </a:rPr>
              <a:t>github.com/abidaliatex/test-automation-reporting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